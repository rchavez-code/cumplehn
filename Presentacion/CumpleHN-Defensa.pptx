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30F37-6382-4BE2-9923-DC60F201C3F4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47152-47E1-4E79-B610-ED0B66679D05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0483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Presentarse y enunciar la tesis en una línea: la información sobre promesas políticas existe, pero está dispersa, y esa dispersión tiene un costo medible sobre la decisión de voto. 40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69371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decir "no existe un mecanismo oficial": es la restricción del asesor. Decir dispersión.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88884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Declarar el muestreo aquí, sin que lo pregunten. Es lo mismo que hace la plataforma con sus propias cifras.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3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2276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Enganchar aquí con la lámina 16: la condición de la encuesta es literalmente la especificación del módulo.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4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91260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 es la lámina de la neutralidad declarada. Si la terna solo se lleva una idea, que sea esta.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5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2093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Aquí es donde la terna ve por primera vez que la plataforma existe. No detenerse en la interfaz: el peso está en las láminas técnicas. 40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6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3648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Insistir en la separación: es lo que permite que el frontend se pruebe con datos en memoria y que el ASMX sea el único punto de escritura.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7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83524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preguntan por qué no hay FK: porque el destino depende del tipo. Es la decisión de diseño más discutible y hay que defenderla, no esconderla.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8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799905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cita del final es la prueba de que la regla se cumple de punta a punta: del modelo de datos al prompt. 60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9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83365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preguntan por qué no se usa el elemento authorization del Web.config: porque ese mecanismo se apoya en la autenticación de formularios, y acá la sesión se valida contra el Web Service.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10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974675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Mencionar que no hay librería de gráficos: todo son repetidores, CSS y SVG generado en el servidor. Los tooltips son elementos title nativos, que lee el lector de pantalla.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11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6889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Aclarar sin que lo pregunten: la oferta son datos demo, así que la brecha ilustra el indicador, no diagnostica a la política hondureña.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12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404894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hay tiempo y la red aguanta, acá va la demo en vivo: una pregunta de verdad. Si falla, esta captura ya lo demuestra y no se nota. 50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13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57239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Esta es la lámina técnica central. Ir paso por paso con la barra espaciadora, sin apurar. 75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14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61999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argumento no es "le pusimos permisos". Es que la superficie de datos se diseñó columna por columna, y el permiso es la red de seguridad de abajo. 55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15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02364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Cerrar con: lo que se evalúa no es si la respuesta suena bien, sino si sostiene las tres reglas — negarse a rankear, decir el nivel de verificación, y responder que no sabe en vez de completar. 60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16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7881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 la tercera pata del módulo de participación que el FO-GR-013 ya contemplaba: «comentarios, valoraciones o votaciones de percepción». No es alcance nuevo. 45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17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7190887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Última lámina. Después de la frase, callar y esperar las preguntas. Las láminas de respaldo se abren con la tecla B. 40 s.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18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79055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Antecedentes. Usar si preguntan «¿esto no existe ya?»: PolitiFact, Chequeado, Del Dicho al Hecho y el IAIP, con lo que cada uno no cubre.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19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80131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Metodología. Enfoque, población, muestreo por conveniencia y la fórmula n = Z²pq/e² que da 150.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20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864563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Limitaciones declaradas. La más importante de las seis: si la terna encuentra una debilidad que ya declaraste, deja de ser una debilidad y pasa a ser rigor.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21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37530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Seguridad. Lo resuelto (A01, A03, XSS, redirección abierta) y la deuda conocida, dicha de frente.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22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38801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Los doce indicadores del tablero, cada uno con el procedimiento almacenado que lo calcula.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23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637794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Respaldo · Área de administración. Verificación, moderación, catálogos e interruptores, las cuatro con bitácora.</a:t>
            </a:r>
            <a:endParaRPr 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7152-47E1-4E79-B610-ED0B66679D05}" type="slidenum">
              <a:rPr lang="es-HN" smtClean="0"/>
              <a:t>24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35784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C6229-B304-9BE0-8024-15126B525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97A6CC-6285-7E42-AB28-09DEB5346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61692-2FA1-6590-DEB8-E351FFC5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E0E0F1-6334-9D32-5C69-CF937845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C9825-991F-9C3B-66D0-E2050B4F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3563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03563-8E4D-E9A1-42EA-C927B79D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B5002-6962-6D1F-F450-4156CD7E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A4EC4D-0F36-DADC-8980-A329AE73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3CEB99-0319-0DF1-772E-DE3E221A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57A11-FDB8-9065-5518-02C58319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5231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A5C13-6178-3844-CC9E-A27A81B3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1F098A-66DB-D463-AA9D-E5073F823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9EB7A9-07B0-9BA8-537A-8FCBAC7C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169DD2-FF5A-503A-DC6D-D47EA95A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A0C7E2-A036-F450-601D-776D1098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2576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1EDCA-6704-F264-1E0A-5B922B74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572973-62FC-A727-794D-68096A8CE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F08257-2C28-7D2F-4311-31F016926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58404E-3E10-0466-EC9E-7F484837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B2E413-DCDA-305F-7765-13758BFB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975F99-C56F-5817-9E5D-2AB7CFF3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73384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710D-F107-30EC-9436-3491878B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AC88A3-67C6-963E-AC4F-9A56BAEC0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E4CD92-565F-7B42-C479-B4025746E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DB8EC6-91FF-9930-BF5C-1BC98788D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DFD86C-1E71-F5B1-74C5-6C3345F0A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FE21DB7-3C7D-31CF-85FD-AC22B29C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FEBDE1-A30C-0613-26E2-69A21741F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17D79A-5FF8-2B96-5A1F-E1E783D4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178102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936A9-7316-C67C-14ED-42DBF4BF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347770-542F-D178-6B58-97C89FB9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517096-4B6D-5734-D622-A537723B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A4B3BE-4BDE-04D9-9FE3-A857BF95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1332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AC85AC-7C35-E142-6FB5-111F3424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0BDF81-B3DC-E9D9-067D-4E1E2D98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600126-0D39-CC6D-D9D8-AACD2B52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2591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EFD0A-5CFD-ECB3-A876-0B0CEFC1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412B67-E48C-C6F6-7A2E-CBA7E6FA8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1E2A61-A082-1F58-00C3-2D50F1EE3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6628D9-FE6A-8C5C-5221-E0095C78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DC5AB5-30AB-D0E0-B789-F0F70751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4A3D73-6399-914B-1BC4-A63BA255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768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333A8-3815-2B2B-D04A-CA07B675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4456CE-0144-AF10-73FD-413EA7670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122ADD-FB88-FC52-41A9-0EFF30EEA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A5E8D1-0937-3729-BFB9-A23CBC3F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96AFFA-C264-FE55-4CFE-40FFD99D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89C64E-354C-CE25-7D08-DABE05F6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53680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DBF97-0D16-511E-D736-45994459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C9785A-1231-7323-6513-CC28BA9BF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C8099-E8E8-FE53-F8AC-E19F7989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045F0E-5F17-40CD-F438-37E0F3BB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E70CF-9E96-C837-3D66-99D7A9CB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2983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29CB8-7EFE-F2DE-BB6B-46145DFB8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7F51D6-793D-B3A3-C3D5-A54C0393C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F25A1F-B3CD-C331-0FDE-DE8EB072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119617-5EA0-F259-8BAD-F7366A6F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E36B93-4630-B923-E06F-F7587DD8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53053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4F7EFA-6455-D8A8-650F-F690F62F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E74EAA-4C7E-B2F9-FB6D-A20CF4D3B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0BF65D-8565-D837-DD9A-7D3DD1ED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9916A-428A-4884-8E53-938A56177D37}" type="datetimeFigureOut">
              <a:rPr lang="es-HN" smtClean="0"/>
              <a:t>10/9/2026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52A56D-83F0-DE9A-ED55-7BA35DE74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58BA2-A4A2-048F-5962-D8F7920D7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53232-91E2-4E6F-957C-1AFBEBB89297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81374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8DECFA-EF59-7E68-D18C-B8D479B3534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9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C0B8792-17F2-B291-998C-8D9709CF1C4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9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AA80E5-1DC0-05B1-9ED9-E175A8C615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81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0835E5-280F-7F1A-A2F6-CA4EC109F2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2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F117AC-F78A-16BC-BCE0-96DBBDF3D65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39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8B14E9-C998-F7FA-1926-9FBA66A3EB4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7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327C7A-A970-D3BF-6F35-8D606E19D8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5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10E1C6-D136-4F8B-0EC5-2E72EC9085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9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D9F422-02BB-65DC-544D-73DF0C2D44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2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3D0FD8-5CE5-0728-9D98-AB3B0132DD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27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D2F849-3C24-A3E7-585F-E5776C44FBD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7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713F81-D822-3DBE-44F5-962C28CB4E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6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8EB674-77AC-AE87-8392-6A8AE04D61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0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2D1D7E-1189-4AC1-C9F5-BAFF0E8478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29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530193-5932-BAA9-4D5B-136DDA45171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19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952BDE-47DE-AD2C-5658-6144479FB7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68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DA3599-9939-A523-4AEA-7EE355934A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39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3B315B-5521-CB05-DB96-B89791F7C1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16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629713-3740-1063-DC1E-843FDD0A07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96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5D467E-0400-A506-A13D-D73DC07DAE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2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D803D7-7E90-05DE-12D8-5836B7676B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79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0EA14B-2227-F66D-E6C5-587E6438DE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6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2C2D2C-E26F-4087-0B06-781A67C71D2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74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19E113-D431-969F-5A40-D758CF1B7D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30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Personalizado</PresentationFormat>
  <Paragraphs>48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chavez</dc:creator>
  <cp:lastModifiedBy>roy chavez</cp:lastModifiedBy>
  <cp:revision>1</cp:revision>
  <dcterms:created xsi:type="dcterms:W3CDTF">2026-09-10T22:56:11Z</dcterms:created>
  <dcterms:modified xsi:type="dcterms:W3CDTF">2026-09-10T22:56:11Z</dcterms:modified>
</cp:coreProperties>
</file>